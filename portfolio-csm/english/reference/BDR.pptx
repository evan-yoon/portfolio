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49BB9F6-1AFB-1843-8A43-5A8C394E178E}">
          <p14:sldIdLst>
            <p14:sldId id="256"/>
            <p14:sldId id="257"/>
          </p14:sldIdLst>
        </p14:section>
        <p14:section name="제목 없는 구역" id="{EAF6B763-8762-3642-846B-D721B5053CFB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52BCA-B19E-9447-A7E0-B2768FFF0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3B5762-2228-B561-3C14-7011B6F61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6E5E1-03AA-FBB3-D830-D724F6761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BCF799-45BC-64BB-1A1C-B96DCB1E3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08DE2-AEB6-2ED1-7548-80506843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2769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38A05-2E49-9B60-67F8-7D53C3A9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E1428-17CF-9748-8754-3048764F4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C1CC9-0896-E771-2746-3F19ADE57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43600-92B2-7743-95C6-A5C43E51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AE937A-F471-C652-3A3B-1232DCBC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7374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B9596-E340-DCA9-5598-E1DB73C5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28783C-797C-2EF9-07F2-C42E54469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4F6379-64FD-A886-869D-6F2D130C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F2692-F8B0-2CFC-E10C-26CA8A5D9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5BBDEB-032F-2A0B-87A3-C7AAAA951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662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E563C-F616-EF42-61BD-EF10AC7B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E31723-9F80-0F59-4519-B8636040F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0BBF94-FC7F-B6BB-080B-AD8195812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247345-DCA0-2712-9B50-AE3C211B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F98911-2E41-910E-2F61-293689A8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8114C6-2292-F2EE-07C8-0FCF3F1C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6385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8200D-9791-08B1-2DDB-BBD4AE40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692717-978B-6F31-2E8E-B7678AFB3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634987-8038-0063-96D1-02F038143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B5ADF9-0553-03A5-918C-9407ADF30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4325CE-AFF0-721C-0883-70BE75DC5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1D4A5F-6F23-86FC-A989-583187E9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299DE3-A972-1452-AE34-8585CBBB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E569197-A349-2990-6077-39BFC5E8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850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59ADC-2135-2BCC-B6EF-60F0DBFB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242F3-3A6E-31E1-0B80-9B1D603A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780135-5367-0B59-2EB0-814B89E36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55FDE9-CF91-DE12-2527-460A15BB5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726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3CA1A47-D307-CFE8-D88B-6EA8F1DF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865AE02-8CE3-D784-4AED-D8553BE4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452402-E42A-7C9E-52E5-B7EE381E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21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053E4-577E-484E-CDBD-D0DA9DEB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2D2BD9-9B06-3FE9-4EF9-4DEE42E03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2DB853-51EE-7D06-3B68-83FBF57DC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EAC518-D7E3-92F2-97EF-4BC857F5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EEEC06-8306-DA65-E770-082324E2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D655CF-4F21-FA8B-D786-5EA4350A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294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1EA30-5B63-D649-3062-86BCA92E9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AA5BF0-DFD2-BB56-5025-96506732A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29EDA1-62B3-6B9C-0B6A-0ECD4A22E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6C508-2F44-2DBB-E222-FA19926B7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E54EE6-FECA-F980-45A9-F8A6E192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47615D-D0F2-1ACF-7453-745959A1F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93807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706589-9575-872B-D8C5-81FC07D9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47DE-61A1-AD4C-A4C0-77B2B4E4E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3099A0-6757-7007-40F1-CB8781FF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6EA170-F79A-65B6-72A2-17C0478F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55816C-CF0E-CCCB-1B21-2DDD4ED4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321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1929FB-292B-85F0-BA7D-D8CA11DE7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07E3F5-00C7-6669-233A-4D730B4A0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23B0E-ABEA-0DA9-D023-87E56EB5E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6324DE-8567-6D3F-77E0-24BC0409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CFD00B-C46F-B254-A49B-51B16FD4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17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E73107-9759-73BC-AD95-E8B8FF73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227122-45CB-9E29-CC55-F14408F77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9649CF-9439-4442-E140-B9782360C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8F630-49D1-8543-BD68-0D482B157582}" type="datetimeFigureOut">
              <a:rPr kumimoji="1" lang="ko-KR" altLang="en-US" smtClean="0"/>
              <a:t>2026. 6. 9.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1B9A99-F5B6-83F9-6D08-1D48063C9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65DC7E-089A-BE74-0545-5A10E8CDC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6843C-0DAC-4F41-866D-319C9AD0F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964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CEE01-DBA6-C491-0C05-04C285D11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BDR(AE</a:t>
            </a:r>
            <a:r>
              <a:rPr kumimoji="1" lang="ko-KR" altLang="en-US" dirty="0"/>
              <a:t>영업담당자 </a:t>
            </a:r>
            <a:r>
              <a:rPr kumimoji="1" lang="ko-KR" altLang="en-US" dirty="0" err="1"/>
              <a:t>한직급</a:t>
            </a:r>
            <a:r>
              <a:rPr kumimoji="1" lang="ko-KR" altLang="en-US" dirty="0"/>
              <a:t> 아래 직원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C8EE6E-6BC6-7397-58F8-35B84DA5FF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9410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F3712-1665-53C4-E3B7-114729C7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Sales (technical, frontier)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16AFE2-576F-943F-E7EA-F03D677FA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ko-KR" dirty="0"/>
              <a:t>AE(Account Executives): </a:t>
            </a:r>
            <a:r>
              <a:rPr kumimoji="1" lang="ko-KR" altLang="en-US" dirty="0"/>
              <a:t>이미 그들은 </a:t>
            </a:r>
            <a:r>
              <a:rPr kumimoji="1" lang="en-US" altLang="ko-KR" dirty="0"/>
              <a:t>Sales Account</a:t>
            </a:r>
            <a:r>
              <a:rPr kumimoji="1" lang="ko-KR" altLang="en-US" dirty="0"/>
              <a:t>가 정해져 나옴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Ncsoft</a:t>
            </a:r>
            <a:r>
              <a:rPr kumimoji="1" lang="en-US" altLang="ko-KR" dirty="0"/>
              <a:t>, Krafton, Nexon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만약에 </a:t>
            </a:r>
            <a:r>
              <a:rPr kumimoji="1" lang="en-US" altLang="ko-KR" dirty="0"/>
              <a:t>AE</a:t>
            </a:r>
            <a:r>
              <a:rPr kumimoji="1" lang="ko-KR" altLang="en-US" dirty="0"/>
              <a:t>들이 커버하기엔 너무 많은 고객사가 있다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파트너사</a:t>
            </a:r>
            <a:endParaRPr kumimoji="1" lang="en-US" altLang="ko-KR" dirty="0"/>
          </a:p>
          <a:p>
            <a:r>
              <a:rPr kumimoji="1" lang="ko-KR" altLang="en-US" dirty="0"/>
              <a:t>파트너사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유니티 활발하지 않다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남은 고객의 기회들을 파악할 사람이 본사에도 필요하다</a:t>
            </a:r>
            <a:r>
              <a:rPr kumimoji="1" lang="en-US" altLang="ko-KR" dirty="0"/>
              <a:t>!!!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지금 현재 고객은 아니지만 앞으로 기회가 있는 </a:t>
            </a:r>
            <a:r>
              <a:rPr kumimoji="1" lang="en-US" altLang="ko-KR" dirty="0"/>
              <a:t>account</a:t>
            </a:r>
            <a:r>
              <a:rPr kumimoji="1" lang="ko-KR" altLang="en-US" dirty="0"/>
              <a:t> 진짜 많다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AE</a:t>
            </a:r>
            <a:r>
              <a:rPr kumimoji="1" lang="ko-KR" altLang="en-US" dirty="0"/>
              <a:t>들은 별로 </a:t>
            </a:r>
            <a:r>
              <a:rPr kumimoji="1" lang="en-US" altLang="ko-KR" dirty="0"/>
              <a:t>feasible</a:t>
            </a:r>
            <a:r>
              <a:rPr kumimoji="1" lang="ko-KR" altLang="en-US" dirty="0"/>
              <a:t>하지 않은 고객을 대응하려고 하지 않는다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매출</a:t>
            </a:r>
            <a:endParaRPr kumimoji="1" lang="en-US" altLang="ko-KR" dirty="0"/>
          </a:p>
          <a:p>
            <a:r>
              <a:rPr kumimoji="1" lang="en-US" altLang="ko-KR" dirty="0"/>
              <a:t>BDR(Business Development Representative): </a:t>
            </a:r>
            <a:r>
              <a:rPr kumimoji="1" lang="ko-KR" altLang="en-US" dirty="0"/>
              <a:t>이메일</a:t>
            </a:r>
            <a:r>
              <a:rPr kumimoji="1" lang="en-US" altLang="ko-KR" dirty="0"/>
              <a:t>,</a:t>
            </a:r>
            <a:r>
              <a:rPr kumimoji="1" lang="ko-KR" altLang="en-US" dirty="0"/>
              <a:t> 통화</a:t>
            </a:r>
            <a:r>
              <a:rPr kumimoji="1" lang="en-US" altLang="ko-KR" dirty="0"/>
              <a:t>,</a:t>
            </a:r>
            <a:r>
              <a:rPr kumimoji="1" lang="ko-KR" altLang="en-US" dirty="0"/>
              <a:t> 직접 방문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account list</a:t>
            </a:r>
            <a:r>
              <a:rPr kumimoji="1" lang="ko-KR" altLang="en-US" dirty="0"/>
              <a:t>있는 고객들에게 소통하면서 기회</a:t>
            </a:r>
            <a:r>
              <a:rPr kumimoji="1" lang="en-US" altLang="ko-KR" dirty="0"/>
              <a:t>(Lead)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포착하는 역할</a:t>
            </a:r>
            <a:endParaRPr kumimoji="1" lang="en-US" altLang="ko-KR" dirty="0"/>
          </a:p>
          <a:p>
            <a:r>
              <a:rPr kumimoji="1" lang="ko-KR" altLang="en-US" dirty="0"/>
              <a:t>그럼</a:t>
            </a:r>
            <a:r>
              <a:rPr kumimoji="1" lang="en-US" altLang="ko-KR" dirty="0"/>
              <a:t>?</a:t>
            </a:r>
            <a:r>
              <a:rPr kumimoji="1" lang="ko-KR" altLang="en-US" dirty="0"/>
              <a:t> 포착하면 어떻게 해야 되나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en-US" altLang="ko-KR" dirty="0"/>
              <a:t>AE</a:t>
            </a:r>
            <a:r>
              <a:rPr kumimoji="1" lang="ko-KR" altLang="en-US" dirty="0"/>
              <a:t>들에게 </a:t>
            </a:r>
            <a:r>
              <a:rPr kumimoji="1" lang="en-US" altLang="ko-KR" dirty="0"/>
              <a:t>hand-off</a:t>
            </a:r>
          </a:p>
          <a:p>
            <a:r>
              <a:rPr kumimoji="1" lang="en-US" altLang="ko-KR" dirty="0"/>
              <a:t>Feasible</a:t>
            </a:r>
            <a:r>
              <a:rPr kumimoji="1" lang="ko-KR" altLang="en-US" dirty="0"/>
              <a:t>한지 확인하려면 고객에게 기술에 대한 설명 혹은 제품 설명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SA, SE </a:t>
            </a:r>
            <a:r>
              <a:rPr kumimoji="1" lang="ko-KR" altLang="en-US" dirty="0"/>
              <a:t>분들을 </a:t>
            </a:r>
            <a:r>
              <a:rPr kumimoji="1" lang="en-US" altLang="ko-KR" dirty="0"/>
              <a:t>engage </a:t>
            </a:r>
            <a:r>
              <a:rPr kumimoji="1" lang="ko-KR" altLang="en-US" dirty="0"/>
              <a:t>시켜서 기회를 확고히 </a:t>
            </a:r>
            <a:r>
              <a:rPr kumimoji="1" lang="ko-KR" altLang="en-US"/>
              <a:t>하는 롤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806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135</Words>
  <Application>Microsoft Macintosh PowerPoint</Application>
  <PresentationFormat>와이드스크린</PresentationFormat>
  <Paragraphs>10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BDR(AE영업담당자 한직급 아래 직원)</vt:lpstr>
      <vt:lpstr>Sales (technical, frontier)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gijun.moon</dc:creator>
  <cp:lastModifiedBy>gijun.moon</cp:lastModifiedBy>
  <cp:revision>1</cp:revision>
  <dcterms:created xsi:type="dcterms:W3CDTF">2026-06-09T06:32:52Z</dcterms:created>
  <dcterms:modified xsi:type="dcterms:W3CDTF">2026-06-09T13:09:00Z</dcterms:modified>
</cp:coreProperties>
</file>